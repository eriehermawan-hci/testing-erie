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7" r:id="rId18"/>
    <p:sldId id="264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INSTRUKSI KE STORE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40080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Display</a:t>
            </a:r>
            <a:endParaRPr lang="en-US" sz="5000" b="1" dirty="0">
              <a:solidFill>
                <a:srgbClr val="FFFFFF"/>
              </a:solidFill>
              <a:latin typeface="Cambria" panose="02040503050406030204" pitchFamily="34" charset="0"/>
              <a:ea typeface="Cambria" panose="02040503050406030204" pitchFamily="34" charset="-122"/>
              <a:cs typeface="Cambria" panose="02040503050406030204" pitchFamily="34" charset="-120"/>
            </a:endParaRPr>
          </a:p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Blind Box Thermal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640080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8C6D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“Pick Your Lucky Box”</a:t>
            </a:r>
            <a:endParaRPr lang="en-US" sz="2200" dirty="0">
              <a:solidFill>
                <a:srgbClr val="F8C6D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endParaRPr lang="en-US" sz="2200" dirty="0">
              <a:solidFill>
                <a:srgbClr val="F8C6D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F8C6D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Posisi Display</a:t>
            </a:r>
            <a:endParaRPr lang="en-US" sz="2200" dirty="0">
              <a:solidFill>
                <a:srgbClr val="F8C6D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sz="2200" dirty="0">
                <a:solidFill>
                  <a:srgbClr val="F8C6D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Endcap Area Thermal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DE68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Wajib dijalankan seluruh store yg mendapatkan pembagian Blind Box Thermal ini, jika tidak ada di list jangan melakukan STO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863840" y="640080"/>
            <a:ext cx="3749040" cy="557784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tmp/claude-0/-home-user-Testing-Erie/31a86cd2-3938-53d6-901f-33e16b329622/images/1.webp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092440" y="777240"/>
            <a:ext cx="32918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6 aturan display Blind Box Thermal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Semua poin wajib dipenuhi sebelum display dinyatakan selesai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2286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Lokasi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Display wajib di Endcap Area Thermal.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01168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011680"/>
            <a:ext cx="2286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 terisi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88920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Dalam 1 endcap, seluruh bagian terisi display produk Blind Box.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201168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011680"/>
            <a:ext cx="2286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Qty sesuai planogram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88920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Qty tiap rak mengikuti planogram dan alokasi per store (lihat slide 4–5).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3434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43400"/>
            <a:ext cx="2286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Ikuti mock display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120640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Susunan rak mengikuti mock terlampir. Header dikirim tim VM dari Jakarta.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9768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34340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43434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43400"/>
            <a:ext cx="2286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Buka 6 warna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120640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Buka 1 PDQ SMALL dan 1 PDQ LARGE, display 6 warna (5 bila dapat Secret).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4672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43434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343400"/>
            <a:ext cx="2286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POP sementara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120640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Display datang lebih dulu dari materi komunikasi? Cetak POP A4 dari Head Office di percetakan.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Mock display sesuai planogram</a:t>
            </a:r>
            <a:endParaRPr lang="en-US" sz="3600" dirty="0"/>
          </a:p>
        </p:txBody>
      </p:sp>
      <p:pic>
        <p:nvPicPr>
          <p:cNvPr id="3" name="Image 0" descr="/tmp/claude-0/-home-user-Testing-Erie/31a86cd2-3938-53d6-901f-33e16b329622/scratchpad/w/mock3d_ne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097280"/>
            <a:ext cx="3154680" cy="513591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0" y="12801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2801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1188720"/>
            <a:ext cx="45720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Header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“Pick Your Lucky Box”, dikirim tim VM dari Jakarta.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00800" y="21945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21945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2103120"/>
            <a:ext cx="45720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Riser (50 cm)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 warna terbuka sebagai display (5 warna bila dapat Secret).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31089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31089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017520"/>
            <a:ext cx="45720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Rak 1 (30 cm)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SMALL, 4 box lebar × 3 deret = 12 box.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0" y="40233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40233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3931920"/>
            <a:ext cx="45720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Rak 2 (30 cm)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LARGE, 4 box lebar × 2 deret = 8 box.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400800" y="49377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49377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4846320"/>
            <a:ext cx="45720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Rak 3 (40 cm)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 SMALL + 2 LARGE lebar × 2 deret = 4 SMALL + 4 LARGE.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598932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Gambar ilustrasi, tidak skala. Total di endcap: 16 box SMALL + 12 box LARGE.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Planogram: tampak depan dan tampak atas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TAMPAK DEPAN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0" y="128016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TAMPAK ATAS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solidFill>
            <a:srgbClr val="FDE68A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Header + riser 6 botol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37360"/>
            <a:ext cx="64008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 cm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108960"/>
            <a:ext cx="6400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 cm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31920"/>
            <a:ext cx="6400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 cm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4480560" cy="109728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120640" y="4754880"/>
            <a:ext cx="6400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 cm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17373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Rak 1: 4 × 3 = 12 box SMALL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36393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Rak 2: 4 × 2 = 8 box LARGE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0" y="5065776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Rak 3: 2 SMALL + 2 LARGE × 2 deret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 = biru muda, LARGE = ungu muda. Tinggi rak tidak boleh diubah.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Qty display dan alokasi per store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Isi tiap box = 6 pcs. Qty belum termasuk buffer stock setiap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96 pcs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Area Dept – SMALL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72 pcs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6888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Area Dept – LARGE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24 pcs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233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Area Kasir – SMALL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29184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24 pcs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0233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Area Kasir – LARGE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6400800" y="1645920"/>
          <a:ext cx="5212080" cy="210312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Total alokasi per store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SMALL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Include area kasir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120 pcs</a:t>
                      </a:r>
                      <a:endParaRPr lang="en-US" sz="1400" dirty="0"/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20 box = 5 koli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Exclude area kasir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72 pcs</a:t>
                      </a:r>
                      <a:endParaRPr lang="en-US" sz="1400" dirty="0"/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 box = 3 koli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400800" y="4023360"/>
            <a:ext cx="5212080" cy="1371600"/>
          </a:xfrm>
          <a:prstGeom prst="roundRect">
            <a:avLst>
              <a:gd name="adj" fmla="val 1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4114800"/>
            <a:ext cx="475488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Catatan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Qty di atas belum termasuk buffer stock setiap store. Area dept = isi endcap. Area kasir = tambahan 24 pcs SMALL dan 24 pcs LARGE.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377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 koli = 4 box = 24 pcs, untuk SMALL maupun LARGE.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Store display Dept + Kasir (43 store)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Alokasi per store: SMALL 120 pcs (20 box = 5 koli), LARGE 96 pcs (16 box = 4 koli). Belum termasuk buffer stock.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548640" y="1645920"/>
          <a:ext cx="3566160" cy="438912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EMPORIUM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J30Z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GRANDWISATA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TUNJUNGAN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MANADO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ANEKA PAVILION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J30V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CIBUBUR JUNCTION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TGR QBIG BSD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HCIR – GALAXY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SAMARINDA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PALEMBANG PTC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JAMBI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KOTA 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LP PALEMBANG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/>
        </p:nvGraphicFramePr>
        <p:xfrm>
          <a:off x="4297680" y="1645920"/>
          <a:ext cx="3566160" cy="438912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DEPOK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S.PARMAN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CIBINONG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JABABEKA BKS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LAMPUNG SUDIRMAN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NEO SOHO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LP BANJARMASIN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SMD BIG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ABEPURA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PANAKKUKANG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MARICAYA LATANETTE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PADANG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KOTA KASABLANKA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JUANDA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/>
        </p:nvGraphicFramePr>
        <p:xfrm>
          <a:off x="8046720" y="1645920"/>
          <a:ext cx="3566160" cy="384048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PERINTIS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GRAND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LIVING WORLD ALSUT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DELI PARK MDN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FESTIVAL CITILINK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DUTA MALL BJM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PAKUWON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KARAWANG TEKNO 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AMBARUKMO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PURWOKERTO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BALIKPAPAN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IBCC BANDUNG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PARAGON SOLO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Store display Dept only (40 store)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Alokasi per store: SMALL 96 pcs (16 box = 4 koli), LARGE 72 pcs (12 box = 3 koli). Belum termasuk buffer stock.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48640" y="1645920"/>
          <a:ext cx="3566160" cy="41148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YASMIN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PACIFIC MALL TGL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HERION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PALU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CENTER POINT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SUNCITY SIDO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J30Q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CITIMALL GARUT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PALOPO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KARAWACI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 ARTHA GADING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PEKALONGAN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PASKAL BDG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KHI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/>
        </p:nvGraphicFramePr>
        <p:xfrm>
          <a:off x="4297680" y="1645920"/>
          <a:ext cx="3566160" cy="41148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GANDARIA CITY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SULTAN AGUNG LMP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MALUKU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PADJAJARAN 21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TASIK TRANSMART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HERTASNING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PURI INDAH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BINTARO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KADIPIRO JOGJA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AHMAD YANI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LW BALI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CIREBON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KENDARI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SAWANGAN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2"/>
          <p:cNvGraphicFramePr>
            <a:graphicFrameLocks noGrp="1"/>
          </p:cNvGraphicFramePr>
          <p:nvPr/>
        </p:nvGraphicFramePr>
        <p:xfrm>
          <a:off x="8046720" y="1645920"/>
          <a:ext cx="3566160" cy="356616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KEDIRI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J30X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DUTA MALL PALANGKARAYA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LOMBOK EPICENTRUM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JATILAND MALL TERNATE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PETTARANI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QUEEN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ROYAL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LIPPO PLAZA KUPANG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CILEGON CENTER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LW PEKANBARU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Cara membuka produk untuk display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Berlaku untuk sampel display di endcap Thermal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Ambil PDQ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91840"/>
            <a:ext cx="22402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Ambil 1 PDQ untuk SKU SMALL dan 1 PDQ untuk SKU LARGE.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83280" y="173736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1965960"/>
            <a:ext cx="640080" cy="6400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96596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78892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Buka pelan-pelan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291840"/>
            <a:ext cx="22402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Buka kardus display dengan hati-hati agar struktur kardus tidak rusak.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73736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6520" y="1965960"/>
            <a:ext cx="640080" cy="64008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196596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8892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Cek warna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291840"/>
            <a:ext cx="22402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Dalam 1 PDQ warna pasti berbeda, tetapi ada kemungkinan dapat Secret.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052560" y="1737360"/>
            <a:ext cx="2651760" cy="3017520"/>
          </a:xfrm>
          <a:prstGeom prst="roundRect">
            <a:avLst>
              <a:gd name="adj" fmla="val 517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1160" y="1965960"/>
            <a:ext cx="640080" cy="6400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81160" y="196596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278892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Display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291840"/>
            <a:ext cx="22402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Display 6 warna. Jika dapat Secret, amankan dulu dan display 5 warna.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13636"/>
            </a:avLst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5303520"/>
            <a:ext cx="548640" cy="54864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1051560" y="5458968"/>
            <a:ext cx="228600" cy="237744"/>
          </a:xfrm>
          <a:prstGeom prst="triangle">
            <a:avLst/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45920" y="5074920"/>
            <a:ext cx="96926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Ikuti video tutorial membuka produk dari MD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8C6D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Video tutorial dikirim oleh tim MD. Ikuti urutan dan cara bukanya.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Buka 6 warna, header, dan POP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Warna yang dibuka di display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696B9"/>
          </a:solidFill>
          <a:ln w="12700">
            <a:solidFill>
              <a:srgbClr val="F696B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6459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Warna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2316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AE16E"/>
          </a:solidFill>
          <a:ln w="12700">
            <a:solidFill>
              <a:srgbClr val="FAE1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1920240"/>
            <a:ext cx="16459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Warna 2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98E3BD"/>
          </a:solidFill>
          <a:ln w="12700">
            <a:solidFill>
              <a:srgbClr val="98E3B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920240"/>
            <a:ext cx="16459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Warna 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46BDAF"/>
          </a:solidFill>
          <a:ln w="12700">
            <a:solidFill>
              <a:srgbClr val="46BDA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0440"/>
            <a:ext cx="16459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Warna 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42316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BE96EB"/>
          </a:solidFill>
          <a:ln w="12700">
            <a:solidFill>
              <a:srgbClr val="BE96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3520440"/>
            <a:ext cx="16459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Warna 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9768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82AAF0"/>
          </a:solidFill>
          <a:ln w="12700">
            <a:solidFill>
              <a:srgbClr val="82AA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520440"/>
            <a:ext cx="16459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Warna 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5394960" cy="822960"/>
          </a:xfrm>
          <a:prstGeom prst="roundRect">
            <a:avLst>
              <a:gd name="adj" fmla="val 16667"/>
            </a:avLst>
          </a:prstGeom>
          <a:solidFill>
            <a:srgbClr val="FDEAF3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12080"/>
            <a:ext cx="50292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Dapat Secret di dalam PDQ? Amankan dulu, lalu display 5 warna.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Header dan POP sementara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583680" y="1920240"/>
            <a:ext cx="1737360" cy="30175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25400">
            <a:solidFill>
              <a:srgbClr val="4DC3E0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583680" y="1920240"/>
            <a:ext cx="1737360" cy="3017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Lampirkan file POP A4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1920240"/>
            <a:ext cx="3108960" cy="3840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Header dikirim tim VM dari Jakarta, pasang saat tiba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Display tiba lebih dulu dari materi komunikasi: cetak POP A4 sementara dari Head Office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Cetak wajib di percetakan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Dipakai sampai Media Produk Info dari VM terpasang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Do dan Don'ts display dan penjualan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5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Rekomendasi untuk tim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4800600" cy="3749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Pasang di Endcap Area Thermal, full terisi sesuai planogram dan mock</a:t>
            </a:r>
            <a:endParaRPr lang="en-US" sz="1500" b="1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Buka 1 PDQ SMALL dan 1 PDQ LARGE sebagai sampel, sisanya tetap tersegel</a:t>
            </a:r>
            <a:endParaRPr lang="en-US" sz="1500" b="1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Amankan Secret bila didapat, lalu display 5 warna</a:t>
            </a:r>
            <a:endParaRPr lang="en-US" sz="1500" b="1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Buka kardus pelan-pelan dan ikuti video tutorial MD</a:t>
            </a:r>
            <a:endParaRPr lang="en-US" sz="1500" b="1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Isi ulang rak dari buffer stock sebelum kosong</a:t>
            </a:r>
            <a:endParaRPr lang="en-US" sz="1500" b="1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Jelaskan ke pelanggan: pilih warna favorit, Secret adalah kejutan</a:t>
            </a:r>
            <a:endParaRPr lang="en-US" sz="1500" b="1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Cetak POP A4 sementara dari Head Office bila materi komunikasi belum tiba</a:t>
            </a:r>
            <a:endParaRPr lang="en-US" sz="1500" b="1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37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8288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DON'T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514600"/>
            <a:ext cx="4800600" cy="3749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Jangan taruh di luar endcap Thermal atau campur dengan produk lain</a:t>
            </a:r>
            <a:endParaRPr lang="en-US" sz="1500" b="1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Jangan biarkan rak kosong atau terisi sebagian</a:t>
            </a:r>
            <a:endParaRPr lang="en-US" sz="1500" b="1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Jangan buka PDQ selain 1 SMALL dan 1 LARGE</a:t>
            </a:r>
            <a:endParaRPr lang="en-US" sz="1500" b="1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Jangan bocorkan isi box tersegel (ditimbang, diguncang, atau diberi petunjuk)</a:t>
            </a:r>
            <a:endParaRPr lang="en-US" sz="1500" b="1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Jangan ubah susunan, qty, atau tinggi rak</a:t>
            </a:r>
            <a:endParaRPr lang="en-US" sz="1500" b="1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Jangan jual unit sampel yang sudah dibuka sebagai produk baru</a:t>
            </a:r>
            <a:endParaRPr lang="en-US" sz="1500" b="1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Jangan cetak POP sementara selain di percetakan</a:t>
            </a:r>
            <a:endParaRPr lang="en-US" sz="150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Summary check list tim store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512064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53312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5331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280160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Display di Endcap Area Thermal, full terisi Blind Box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11064240" cy="512064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38528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93852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865376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Qty sesuai alokasi: Dept + Kasir (120 SMALL, 96 LARGE), Dept only (96 SMALL, 72 LARGE)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450591"/>
            <a:ext cx="11064240" cy="512064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523743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523743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450591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Susunan rak sesuai planogram dan mock (16 box SMALL, 12 box LARGE)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035808"/>
            <a:ext cx="11064240" cy="512064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108960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1089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035808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Buka 1 PDQ SMALL + 1 PDQ LARGE sesuai video MD, display 6 warna (5 bila Secret diamankan)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621024"/>
            <a:ext cx="11064240" cy="512064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69417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69417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3621024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Header dari tim VM Jakarta dipasang saat tiba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206240"/>
            <a:ext cx="11064240" cy="512064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279392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27939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4206240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Materi komunikasi belum tiba: cetak POP A4 dari Head Office di percetakan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4791456"/>
            <a:ext cx="11064240" cy="512064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4864608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8646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4791456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Kardus display dibuka pelan-pelan, struktur kardus tidak rusak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5376672"/>
            <a:ext cx="11064240" cy="512064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1520" y="5449824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544982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325880" y="5376672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Buffer stock tersedia, rak tidak pernah kosong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5961888"/>
            <a:ext cx="11064240" cy="512064"/>
          </a:xfrm>
          <a:prstGeom prst="roundRect">
            <a:avLst>
              <a:gd name="adj" fmla="val 20000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1520" y="6035040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60350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2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325880" y="5961888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Toko Dept + Kasir: display kasir terpasang lengkap dengan media komunikasi atau POP A4 dari MD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600" b="1" i="0">
                <a:solidFill>
                  <a:srgbClr val="3B2A5C"/>
                </a:solidFill>
                <a:latin typeface="Cambria"/>
              </a:rPr>
              <a:t>Display di area kasir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6B6580"/>
                </a:solidFill>
                <a:latin typeface="Calibri"/>
              </a:rPr>
              <a:t>Hanya untuk toko yang diharuskan display di area kasir</a:t>
            </a:r>
          </a:p>
        </p:txBody>
      </p:sp>
      <p:pic>
        <p:nvPicPr>
          <p:cNvPr id="4" name="Picture 3" descr="kas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120640" cy="43272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10307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1">
                <a:solidFill>
                  <a:srgbClr val="6B6580"/>
                </a:solidFill>
                <a:latin typeface="Calibri"/>
              </a:rPr>
              <a:t>Mock display area kasir (ilustrasi)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91640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D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0" y="1892808"/>
            <a:ext cx="548640" cy="548640"/>
          </a:xfrm>
          <a:prstGeom prst="ellipse">
            <a:avLst/>
          </a:prstGeom>
          <a:solidFill>
            <a:srgbClr val="F27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78308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 i="0">
                <a:solidFill>
                  <a:srgbClr val="3B2A5C"/>
                </a:solidFill>
                <a:latin typeface="Calibri"/>
              </a:rPr>
              <a:t>Hanya toko tertentu</a:t>
            </a:r>
          </a:p>
          <a:p>
            <a:r>
              <a:rPr sz="1400" b="0" i="0">
                <a:solidFill>
                  <a:srgbClr val="3B2A5C"/>
                </a:solidFill>
                <a:latin typeface="Calibri"/>
              </a:rPr>
              <a:t>Berlaku hanya untuk toko yang diharuskan display di area kasir. Cek list store Dept + Kasir (slide 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770632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E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0" y="2971800"/>
            <a:ext cx="548640" cy="548640"/>
          </a:xfrm>
          <a:prstGeom prst="ellipse">
            <a:avLst/>
          </a:prstGeom>
          <a:solidFill>
            <a:srgbClr val="4DC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862072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 i="0">
                <a:solidFill>
                  <a:srgbClr val="3B2A5C"/>
                </a:solidFill>
                <a:latin typeface="Calibri"/>
              </a:rPr>
              <a:t>Cara display sama</a:t>
            </a:r>
          </a:p>
          <a:p>
            <a:r>
              <a:rPr sz="1400" b="0" i="0">
                <a:solidFill>
                  <a:srgbClr val="3B2A5C"/>
                </a:solidFill>
                <a:latin typeface="Calibri"/>
              </a:rPr>
              <a:t>Overall sama dengan endcap: produk yang dibuka di atas, stock tersegel di bawahnya.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849624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FD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0" y="4050791"/>
            <a:ext cx="548640" cy="548640"/>
          </a:xfrm>
          <a:prstGeom prst="ellipse">
            <a:avLst/>
          </a:prstGeom>
          <a:solidFill>
            <a:srgbClr val="F27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941063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 i="0">
                <a:solidFill>
                  <a:srgbClr val="3B2A5C"/>
                </a:solidFill>
                <a:latin typeface="Calibri"/>
              </a:rPr>
              <a:t>Cara buka produk sama</a:t>
            </a:r>
          </a:p>
          <a:p>
            <a:r>
              <a:rPr sz="1400" b="0" i="0">
                <a:solidFill>
                  <a:srgbClr val="3B2A5C"/>
                </a:solidFill>
                <a:latin typeface="Calibri"/>
              </a:rPr>
              <a:t>Sama dengan di endcap (slide 8): ambil 1 PDQ SMALL dan 1 PDQ LARGE, Secret diamankan, ikuti video MD.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928616"/>
            <a:ext cx="5577840" cy="960120"/>
          </a:xfrm>
          <a:prstGeom prst="roundRect">
            <a:avLst>
              <a:gd name="adj" fmla="val 12000"/>
            </a:avLst>
          </a:prstGeom>
          <a:solidFill>
            <a:srgbClr val="E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0" y="5129784"/>
            <a:ext cx="548640" cy="548640"/>
          </a:xfrm>
          <a:prstGeom prst="ellipse">
            <a:avLst/>
          </a:prstGeom>
          <a:solidFill>
            <a:srgbClr val="4DC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5020056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800" b="1" i="0">
                <a:solidFill>
                  <a:srgbClr val="3B2A5C"/>
                </a:solidFill>
                <a:latin typeface="Calibri"/>
              </a:rPr>
              <a:t>Wajib media komunikasi</a:t>
            </a:r>
          </a:p>
          <a:p>
            <a:r>
              <a:rPr sz="1400" b="0" i="0">
                <a:solidFill>
                  <a:srgbClr val="3B2A5C"/>
                </a:solidFill>
                <a:latin typeface="Calibri"/>
              </a:rPr>
              <a:t>Pasang media komunikasi. Jika belum ada, pasang POP A4 dari MD.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6035040"/>
            <a:ext cx="5577840" cy="502920"/>
          </a:xfrm>
          <a:prstGeom prst="roundRect">
            <a:avLst>
              <a:gd name="adj" fmla="val 20000"/>
            </a:avLst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60350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3B2A5C"/>
                </a:solidFill>
                <a:latin typeface="Calibri"/>
              </a:rPr>
              <a:t>Alokasi area kasir: 24 pcs SMALL + 24 pcs LARGE (4 box tiap SKU)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7162</Words>
  <Application>WPS Presentation</Application>
  <PresentationFormat>On-screen Show (16:9)</PresentationFormat>
  <Paragraphs>713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Instruksi Display Blind Box Thermal</dc:title>
  <dc:creator>PptxGenJS</dc:creator>
  <dc:subject>PptxGenJS Presentation</dc:subject>
  <cp:lastModifiedBy>Erie Hermawan</cp:lastModifiedBy>
  <cp:revision>2</cp:revision>
  <dcterms:created xsi:type="dcterms:W3CDTF">2026-10-08T09:32:00Z</dcterms:created>
  <dcterms:modified xsi:type="dcterms:W3CDTF">2026-10-08T09:37:58Z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323F24305CDF4A3D8871BD128FB54FF6_12</vt:lpwstr>
  </property>
  <property fmtid="{D5CDD505-2E9C-101B-9397-08002B2CF9AE}" pid="3" name="KSOProductBuildVer">
    <vt:lpwstr>1033-12.1.0.28485</vt:lpwstr>
  </property>
</Properties>
</file>