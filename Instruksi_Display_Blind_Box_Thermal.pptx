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INSTRUKSI KE STORE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Blind Box Thermal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74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“Pick Your Lucky Box”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8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Endcap Area Thermal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760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dijalankan seluruh store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640080"/>
            <a:ext cx="3749040" cy="557784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/tmp/claude-0/-home-user-Testing-Erie/31a86cd2-3938-53d6-901f-33e16b329622/images/1.web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92440" y="777240"/>
            <a:ext cx="32918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aturan display Blind Box Thermal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poin wajib dipenuhi sebelum display dinyatakan selesai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FDEAF3"/>
          </a:solidFill>
          <a:ln w="12700">
            <a:solidFill>
              <a:srgbClr val="FDEA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94360" cy="594360"/>
          </a:xfrm>
          <a:prstGeom prst="ellipse">
            <a:avLst/>
          </a:prstGeom>
          <a:solidFill>
            <a:srgbClr val="F27BB0"/>
          </a:solidFill>
          <a:ln w="12700">
            <a:solidFill>
              <a:srgbClr val="F27BB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Lokasi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wajib di Endcap Area Thermal.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E3F6FB"/>
          </a:solidFill>
          <a:ln w="12700">
            <a:solidFill>
              <a:srgbClr val="E3F6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011680"/>
            <a:ext cx="594360" cy="594360"/>
          </a:xfrm>
          <a:prstGeom prst="ellipse">
            <a:avLst/>
          </a:prstGeom>
          <a:solidFill>
            <a:srgbClr val="4DC3E0"/>
          </a:solidFill>
          <a:ln w="12700">
            <a:solidFill>
              <a:srgbClr val="4DC3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terisi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788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1 endcap, seluruh bagian terisi display produk Blind Box.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FDEAF3"/>
          </a:solidFill>
          <a:ln w="12700">
            <a:solidFill>
              <a:srgbClr val="FDEA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011680"/>
            <a:ext cx="594360" cy="594360"/>
          </a:xfrm>
          <a:prstGeom prst="ellipse">
            <a:avLst/>
          </a:prstGeom>
          <a:solidFill>
            <a:srgbClr val="F27BB0"/>
          </a:solidFill>
          <a:ln w="12700">
            <a:solidFill>
              <a:srgbClr val="F27BB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sesuai planogram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788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tiap rak mengikuti planogram dan alokasi per store (lihat slide 4–5).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E3F6FB"/>
          </a:solidFill>
          <a:ln w="12700">
            <a:solidFill>
              <a:srgbClr val="E3F6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343400"/>
            <a:ext cx="594360" cy="594360"/>
          </a:xfrm>
          <a:prstGeom prst="ellipse">
            <a:avLst/>
          </a:prstGeom>
          <a:solidFill>
            <a:srgbClr val="4DC3E0"/>
          </a:solidFill>
          <a:ln w="12700">
            <a:solidFill>
              <a:srgbClr val="4DC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343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343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Ikuti mock display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1206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Susunan rak, warna dan layout mengikuti mock display terlampir.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97680" y="411480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FDEAF3"/>
          </a:solidFill>
          <a:ln w="12700">
            <a:solidFill>
              <a:srgbClr val="FDEA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4343400"/>
            <a:ext cx="594360" cy="594360"/>
          </a:xfrm>
          <a:prstGeom prst="ellipse">
            <a:avLst/>
          </a:prstGeom>
          <a:solidFill>
            <a:srgbClr val="F27BB0"/>
          </a:solidFill>
          <a:ln w="12700">
            <a:solidFill>
              <a:srgbClr val="F27BB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26280" y="4343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4343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6 warna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51206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Box dibuka dan didisplay dalam 6 warna, selain warna Secret.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46720" y="411480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E3F6FB"/>
          </a:solidFill>
          <a:ln w="12700">
            <a:solidFill>
              <a:srgbClr val="E3F6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4343400"/>
            <a:ext cx="594360" cy="594360"/>
          </a:xfrm>
          <a:prstGeom prst="ellipse">
            <a:avLst/>
          </a:prstGeom>
          <a:solidFill>
            <a:srgbClr val="4DC3E0"/>
          </a:solidFill>
          <a:ln w="12700">
            <a:solidFill>
              <a:srgbClr val="4DC3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75320" y="4343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4343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Cetak POP A4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51206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 menunggu Media Produk Info dari VM, store wajib cetak POP A4 terlampir.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display sesuai planogram</a:t>
            </a:r>
            <a:endParaRPr lang="en-US" sz="3600" dirty="0"/>
          </a:p>
        </p:txBody>
      </p:sp>
      <p:pic>
        <p:nvPicPr>
          <p:cNvPr id="3" name="Image 0" descr="/tmp/claude-0/-home-user-Testing-Erie/31a86cd2-3938-53d6-901f-33e16b329622/scratchpad/w/mock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5394960" cy="57241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0" y="1280160"/>
            <a:ext cx="411480" cy="411480"/>
          </a:xfrm>
          <a:prstGeom prst="ellipse">
            <a:avLst/>
          </a:prstGeom>
          <a:solidFill>
            <a:srgbClr val="F27BB0"/>
          </a:solidFill>
          <a:ln w="12700">
            <a:solidFill>
              <a:srgbClr val="F27BB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040880" y="1188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“Pick Your Lucky Box” di bagian atas endcap.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0" y="2194560"/>
            <a:ext cx="411480" cy="411480"/>
          </a:xfrm>
          <a:prstGeom prst="ellipse">
            <a:avLst/>
          </a:prstGeom>
          <a:solidFill>
            <a:srgbClr val="F27BB0"/>
          </a:solidFill>
          <a:ln w="12700">
            <a:solidFill>
              <a:srgbClr val="F27BB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2103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Riser (50 cm)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botol warna terbuka sebagai display produk, tanpa Secret.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0" y="3108960"/>
            <a:ext cx="411480" cy="411480"/>
          </a:xfrm>
          <a:prstGeom prst="ellipse">
            <a:avLst/>
          </a:prstGeom>
          <a:solidFill>
            <a:srgbClr val="F27BB0"/>
          </a:solidFill>
          <a:ln w="12700">
            <a:solidFill>
              <a:srgbClr val="F27BB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3017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 1 (30 cm)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4 box lebar × 3 deret = 12 box.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400800" y="4023360"/>
            <a:ext cx="411480" cy="411480"/>
          </a:xfrm>
          <a:prstGeom prst="ellipse">
            <a:avLst/>
          </a:prstGeom>
          <a:solidFill>
            <a:srgbClr val="F27BB0"/>
          </a:solidFill>
          <a:ln w="12700">
            <a:solidFill>
              <a:srgbClr val="F27BB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3931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 2 (30 cm)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4 box lebar × 2 deret = 8 box.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400800" y="4937760"/>
            <a:ext cx="411480" cy="411480"/>
          </a:xfrm>
          <a:prstGeom prst="ellipse">
            <a:avLst/>
          </a:prstGeom>
          <a:solidFill>
            <a:srgbClr val="F27BB0"/>
          </a:solidFill>
          <a:ln w="12700">
            <a:solidFill>
              <a:srgbClr val="F27B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0" y="4937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48463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 3 (40 cm)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SMALL + 2 LARGE lebar × 2 deret = 4 SMALL + 4 LARGE.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5989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ilustrasi, tidak skala. Total di endcap: 16 box SMALL + 12 box LARGE.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Planogram: tampak depan dan tampak atas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TAMPAK DEPAN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TAMPAK ATAS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480560" cy="1371600"/>
          </a:xfrm>
          <a:prstGeom prst="rect">
            <a:avLst/>
          </a:prstGeom>
          <a:solidFill>
            <a:srgbClr val="FDE68A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+ riser 6 botol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73736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4480560" cy="822960"/>
          </a:xfrm>
          <a:prstGeom prst="rect">
            <a:avLst/>
          </a:prstGeom>
          <a:solidFill>
            <a:srgbClr val="F4F1F7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218688"/>
            <a:ext cx="1005840" cy="603504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21868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09928" y="3218688"/>
            <a:ext cx="1005840" cy="603504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09928" y="321868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79776" y="3218688"/>
            <a:ext cx="1005840" cy="603504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79776" y="321868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9624" y="3218688"/>
            <a:ext cx="1005840" cy="603504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9624" y="321868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31089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4480560" cy="822960"/>
          </a:xfrm>
          <a:prstGeom prst="rect">
            <a:avLst/>
          </a:prstGeom>
          <a:solidFill>
            <a:srgbClr val="F4F1F7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041648"/>
            <a:ext cx="1005840" cy="603504"/>
          </a:xfrm>
          <a:prstGeom prst="rect">
            <a:avLst/>
          </a:prstGeom>
          <a:solidFill>
            <a:srgbClr val="EADFF8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04164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709928" y="4041648"/>
            <a:ext cx="1005840" cy="603504"/>
          </a:xfrm>
          <a:prstGeom prst="rect">
            <a:avLst/>
          </a:prstGeom>
          <a:solidFill>
            <a:srgbClr val="EADFF8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709928" y="404164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79776" y="4041648"/>
            <a:ext cx="1005840" cy="603504"/>
          </a:xfrm>
          <a:prstGeom prst="rect">
            <a:avLst/>
          </a:prstGeom>
          <a:solidFill>
            <a:srgbClr val="EADFF8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79776" y="404164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49624" y="4041648"/>
            <a:ext cx="1005840" cy="603504"/>
          </a:xfrm>
          <a:prstGeom prst="rect">
            <a:avLst/>
          </a:prstGeom>
          <a:solidFill>
            <a:srgbClr val="EADFF8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49624" y="404164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39319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754880"/>
            <a:ext cx="4480560" cy="1097280"/>
          </a:xfrm>
          <a:prstGeom prst="rect">
            <a:avLst/>
          </a:prstGeom>
          <a:solidFill>
            <a:srgbClr val="F4F1F7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864608"/>
            <a:ext cx="1005840" cy="877824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4864608"/>
            <a:ext cx="1005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709928" y="4864608"/>
            <a:ext cx="1005840" cy="877824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709928" y="4864608"/>
            <a:ext cx="1005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79776" y="4864608"/>
            <a:ext cx="1005840" cy="877824"/>
          </a:xfrm>
          <a:prstGeom prst="rect">
            <a:avLst/>
          </a:prstGeom>
          <a:solidFill>
            <a:srgbClr val="EADFF8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779776" y="4864608"/>
            <a:ext cx="1005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849624" y="4864608"/>
            <a:ext cx="1005840" cy="877824"/>
          </a:xfrm>
          <a:prstGeom prst="rect">
            <a:avLst/>
          </a:prstGeom>
          <a:solidFill>
            <a:srgbClr val="EADFF8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849624" y="4864608"/>
            <a:ext cx="1005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120640" y="475488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cm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 1: 4 × 3 = 12 box SMALL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583680" y="2029968"/>
            <a:ext cx="1188720" cy="384048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83680" y="20299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790688" y="2029968"/>
            <a:ext cx="1188720" cy="384048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90688" y="20299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997696" y="2029968"/>
            <a:ext cx="1188720" cy="384048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997696" y="20299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204704" y="2029968"/>
            <a:ext cx="1188720" cy="384048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204704" y="20299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583680" y="2505456"/>
            <a:ext cx="1188720" cy="384048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583680" y="25054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790688" y="2505456"/>
            <a:ext cx="1188720" cy="384048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790688" y="25054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997696" y="2505456"/>
            <a:ext cx="1188720" cy="384048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997696" y="25054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0204704" y="2505456"/>
            <a:ext cx="1188720" cy="384048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204704" y="25054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583680" y="2980944"/>
            <a:ext cx="1188720" cy="384048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583680" y="29809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790688" y="2980944"/>
            <a:ext cx="1188720" cy="384048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790688" y="29809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997696" y="2980944"/>
            <a:ext cx="1188720" cy="384048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997696" y="29809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0204704" y="2980944"/>
            <a:ext cx="1188720" cy="384048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204704" y="29809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6583680" y="36393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 2: 4 × 2 = 8 box LARGE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6583680" y="3931920"/>
            <a:ext cx="1188720" cy="457200"/>
          </a:xfrm>
          <a:prstGeom prst="rect">
            <a:avLst/>
          </a:prstGeom>
          <a:solidFill>
            <a:srgbClr val="EADFF8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583680" y="3931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790688" y="3931920"/>
            <a:ext cx="1188720" cy="457200"/>
          </a:xfrm>
          <a:prstGeom prst="rect">
            <a:avLst/>
          </a:prstGeom>
          <a:solidFill>
            <a:srgbClr val="EADFF8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790688" y="3931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8997696" y="3931920"/>
            <a:ext cx="1188720" cy="457200"/>
          </a:xfrm>
          <a:prstGeom prst="rect">
            <a:avLst/>
          </a:prstGeom>
          <a:solidFill>
            <a:srgbClr val="EADFF8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997696" y="3931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10204704" y="3931920"/>
            <a:ext cx="1188720" cy="457200"/>
          </a:xfrm>
          <a:prstGeom prst="rect">
            <a:avLst/>
          </a:prstGeom>
          <a:solidFill>
            <a:srgbClr val="EADFF8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204704" y="3931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583680" y="4407408"/>
            <a:ext cx="1188720" cy="457200"/>
          </a:xfrm>
          <a:prstGeom prst="rect">
            <a:avLst/>
          </a:prstGeom>
          <a:solidFill>
            <a:srgbClr val="EADFF8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583680" y="44074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7790688" y="4407408"/>
            <a:ext cx="1188720" cy="457200"/>
          </a:xfrm>
          <a:prstGeom prst="rect">
            <a:avLst/>
          </a:prstGeom>
          <a:solidFill>
            <a:srgbClr val="EADFF8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790688" y="44074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8997696" y="4407408"/>
            <a:ext cx="1188720" cy="457200"/>
          </a:xfrm>
          <a:prstGeom prst="rect">
            <a:avLst/>
          </a:prstGeom>
          <a:solidFill>
            <a:srgbClr val="EADFF8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997696" y="44074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10204704" y="4407408"/>
            <a:ext cx="1188720" cy="457200"/>
          </a:xfrm>
          <a:prstGeom prst="rect">
            <a:avLst/>
          </a:prstGeom>
          <a:solidFill>
            <a:srgbClr val="EADFF8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10204704" y="44074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583680" y="50657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 3: 2 SMALL + 2 LARGE × 2 deret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6583680" y="5358384"/>
            <a:ext cx="1188720" cy="384048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583680" y="5358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790688" y="5358384"/>
            <a:ext cx="1188720" cy="384048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7790688" y="5358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997696" y="5358384"/>
            <a:ext cx="1188720" cy="457200"/>
          </a:xfrm>
          <a:prstGeom prst="rect">
            <a:avLst/>
          </a:prstGeom>
          <a:solidFill>
            <a:srgbClr val="EADFF8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8997696" y="53583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10204704" y="5358384"/>
            <a:ext cx="1188720" cy="457200"/>
          </a:xfrm>
          <a:prstGeom prst="rect">
            <a:avLst/>
          </a:prstGeom>
          <a:solidFill>
            <a:srgbClr val="EADFF8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0204704" y="53583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6583680" y="5833872"/>
            <a:ext cx="1188720" cy="384048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6583680" y="5833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7790688" y="5833872"/>
            <a:ext cx="1188720" cy="384048"/>
          </a:xfrm>
          <a:prstGeom prst="rect">
            <a:avLst/>
          </a:prstGeom>
          <a:solidFill>
            <a:srgbClr val="DDF3F9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7790688" y="5833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8997696" y="5833872"/>
            <a:ext cx="1188720" cy="457200"/>
          </a:xfrm>
          <a:prstGeom prst="rect">
            <a:avLst/>
          </a:prstGeom>
          <a:solidFill>
            <a:srgbClr val="EADFF8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8997696" y="58338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10204704" y="5833872"/>
            <a:ext cx="1188720" cy="457200"/>
          </a:xfrm>
          <a:prstGeom prst="rect">
            <a:avLst/>
          </a:prstGeom>
          <a:solidFill>
            <a:srgbClr val="EADFF8"/>
          </a:solidFill>
          <a:ln w="12700">
            <a:solidFill>
              <a:srgbClr val="3B2A5C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10204704" y="58338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= biru muda, LARGE = ungu muda. Tinggi rak tidak boleh diubah.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Qty display dan alokasi per store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tiap box = 6 pcs. Qty belum termasuk buffer stock setiap store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1371600"/>
          </a:xfrm>
          <a:prstGeom prst="roundRect">
            <a:avLst>
              <a:gd name="adj" fmla="val 10000"/>
            </a:avLst>
          </a:prstGeom>
          <a:solidFill>
            <a:srgbClr val="E3F6FB"/>
          </a:solidFill>
          <a:ln w="12700">
            <a:solidFill>
              <a:srgbClr val="E3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pcs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Dept – SMALL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645920"/>
            <a:ext cx="2651760" cy="1371600"/>
          </a:xfrm>
          <a:prstGeom prst="roundRect">
            <a:avLst>
              <a:gd name="adj" fmla="val 10000"/>
            </a:avLst>
          </a:prstGeom>
          <a:solidFill>
            <a:srgbClr val="FDEAF3"/>
          </a:solidFill>
          <a:ln w="12700">
            <a:solidFill>
              <a:srgbClr val="FDEA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737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pcs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Dept – LARGE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2651760" cy="1371600"/>
          </a:xfrm>
          <a:prstGeom prst="roundRect">
            <a:avLst>
              <a:gd name="adj" fmla="val 10000"/>
            </a:avLst>
          </a:prstGeom>
          <a:solidFill>
            <a:srgbClr val="E3F6FB"/>
          </a:solidFill>
          <a:ln w="12700">
            <a:solidFill>
              <a:srgbClr val="E3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291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pcs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Kasir – SMALL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83280" y="3200400"/>
            <a:ext cx="2651760" cy="1371600"/>
          </a:xfrm>
          <a:prstGeom prst="roundRect">
            <a:avLst>
              <a:gd name="adj" fmla="val 10000"/>
            </a:avLst>
          </a:prstGeom>
          <a:solidFill>
            <a:srgbClr val="FDEAF3"/>
          </a:solidFill>
          <a:ln w="12700">
            <a:solidFill>
              <a:srgbClr val="FDEA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3291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pcs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Kasir – LARGE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45920"/>
          <a:ext cx="52120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Total alokasi per store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SMALL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LARGE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5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2A5C"/>
                          </a:solidFill>
                        </a:rPr>
                        <a:t>Include area kasir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B2A5C"/>
                          </a:solidFill>
                        </a:rPr>
                        <a:t>120 pcs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B2A5C"/>
                          </a:solidFill>
                        </a:rPr>
                        <a:t>20 box = 5 koli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B2A5C"/>
                          </a:solidFill>
                        </a:rPr>
                        <a:t>96 pcs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B2A5C"/>
                          </a:solidFill>
                        </a:rPr>
                        <a:t>16 box = 4 koli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2A5C"/>
                          </a:solidFill>
                        </a:rPr>
                        <a:t>Exclude area kasir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B2A5C"/>
                          </a:solidFill>
                        </a:rPr>
                        <a:t>96 pcs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B2A5C"/>
                          </a:solidFill>
                        </a:rPr>
                        <a:t>16 box = 4 koli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B2A5C"/>
                          </a:solidFill>
                        </a:rPr>
                        <a:t>72 pcs</a:t>
                      </a:r>
                      <a:endParaRPr lang="en-US" sz="1400" dirty="0"/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B2A5C"/>
                          </a:solidFill>
                        </a:rPr>
                        <a:t>12 box = 3 koli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6400800" y="4023360"/>
            <a:ext cx="5212080" cy="1371600"/>
          </a:xfrm>
          <a:prstGeom prst="roundRect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29400" y="41148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di atas belum termasuk buffer stock setiap store. Area dept = isi endcap. Area kasir = tambahan 24 pcs SMALL dan 24 pcs LARGE.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937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koli = 4 box = 24 pcs, untuk SMALL maupun LARGE.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Buka 6 warna dan cetak POP A4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yang dibuka di display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645920" cy="1371600"/>
          </a:xfrm>
          <a:prstGeom prst="roundRect">
            <a:avLst>
              <a:gd name="adj" fmla="val 10000"/>
            </a:avLst>
          </a:prstGeom>
          <a:solidFill>
            <a:srgbClr val="F696B9"/>
          </a:solidFill>
          <a:ln w="12700">
            <a:solidFill>
              <a:srgbClr val="F696B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23160" y="1920240"/>
            <a:ext cx="1645920" cy="1371600"/>
          </a:xfrm>
          <a:prstGeom prst="roundRect">
            <a:avLst>
              <a:gd name="adj" fmla="val 10000"/>
            </a:avLst>
          </a:prstGeom>
          <a:solidFill>
            <a:srgbClr val="FAE16E"/>
          </a:solidFill>
          <a:ln w="12700">
            <a:solidFill>
              <a:srgbClr val="FAE1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23160" y="19202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1645920" cy="1371600"/>
          </a:xfrm>
          <a:prstGeom prst="roundRect">
            <a:avLst>
              <a:gd name="adj" fmla="val 10000"/>
            </a:avLst>
          </a:prstGeom>
          <a:solidFill>
            <a:srgbClr val="98E3BD"/>
          </a:solidFill>
          <a:ln w="12700">
            <a:solidFill>
              <a:srgbClr val="98E3B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9202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645920" cy="1371600"/>
          </a:xfrm>
          <a:prstGeom prst="roundRect">
            <a:avLst>
              <a:gd name="adj" fmla="val 10000"/>
            </a:avLst>
          </a:prstGeom>
          <a:solidFill>
            <a:srgbClr val="46BDAF"/>
          </a:solidFill>
          <a:ln w="12700">
            <a:solidFill>
              <a:srgbClr val="46BDA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5204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23160" y="3520440"/>
            <a:ext cx="1645920" cy="1371600"/>
          </a:xfrm>
          <a:prstGeom prst="roundRect">
            <a:avLst>
              <a:gd name="adj" fmla="val 10000"/>
            </a:avLst>
          </a:prstGeom>
          <a:solidFill>
            <a:srgbClr val="BE96EB"/>
          </a:solidFill>
          <a:ln w="12700">
            <a:solidFill>
              <a:srgbClr val="BE96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23160" y="35204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97680" y="3520440"/>
            <a:ext cx="1645920" cy="1371600"/>
          </a:xfrm>
          <a:prstGeom prst="roundRect">
            <a:avLst>
              <a:gd name="adj" fmla="val 10000"/>
            </a:avLst>
          </a:prstGeom>
          <a:solidFill>
            <a:srgbClr val="82AAF0"/>
          </a:solidFill>
          <a:ln w="12700">
            <a:solidFill>
              <a:srgbClr val="82AA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35204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6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5394960" cy="822960"/>
          </a:xfrm>
          <a:prstGeom prst="roundRect">
            <a:avLst>
              <a:gd name="adj" fmla="val 16667"/>
            </a:avLst>
          </a:prstGeom>
          <a:solidFill>
            <a:srgbClr val="FDEAF3"/>
          </a:solidFill>
          <a:ln w="12700">
            <a:solidFill>
              <a:srgbClr val="F27B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2120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tidak dibuka. Hanya 6 warna lainnya yang didisplay terbuka.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A4 wajib dicetak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583680" y="1920240"/>
            <a:ext cx="2194560" cy="30175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4DC3E0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6583680" y="1920240"/>
            <a:ext cx="2194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Lampirkan file POP A4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1920240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Cetak ukuran A4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 di endcap Thermal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Berlaku sampai Media Produk Info dari VM terpasang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dan Don'ts display dan penjualan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untuk tim store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754880"/>
          </a:xfrm>
          <a:prstGeom prst="roundRect">
            <a:avLst>
              <a:gd name="adj" fmla="val 2885"/>
            </a:avLst>
          </a:prstGeom>
          <a:solidFill>
            <a:srgbClr val="E3F6FB"/>
          </a:solidFill>
          <a:ln w="12700">
            <a:solidFill>
              <a:srgbClr val="E3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4DC3E0"/>
          </a:solidFill>
          <a:ln w="12700">
            <a:solidFill>
              <a:srgbClr val="4DC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4800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 di Endcap Area Thermal, full terisi sesuai planogram dan mock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hanya 6 warna sebagai sampel, sisanya tetap tersegel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Jaga box Secret tetap tersegel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Rapikan box, logo informa menghadap depan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ulang rak dari buffer stock sebelum kosong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ke pelanggan: pilih warna favorit, Secret adalah kejutan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349240" cy="4754880"/>
          </a:xfrm>
          <a:prstGeom prst="roundRect">
            <a:avLst>
              <a:gd name="adj" fmla="val 2885"/>
            </a:avLst>
          </a:prstGeom>
          <a:solidFill>
            <a:srgbClr val="FDEAF3"/>
          </a:solidFill>
          <a:ln w="12700">
            <a:solidFill>
              <a:srgbClr val="FDEA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8288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F27BB0"/>
          </a:solidFill>
          <a:ln w="12700">
            <a:solidFill>
              <a:srgbClr val="F27B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514600"/>
            <a:ext cx="4800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taruh di luar endcap Thermal atau campur dengan produk lain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biarkan rak kosong atau terisi sebagian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buka atau sobek box selain sampel 6 warna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bocorkan isi box tersegel (ditimbang, diguncang, atau diberi petunjuk)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ubah susunan, qty, atau tinggi rak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jual unit sampel yang sudah dibuka sebagai produk baru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sebelum lapor selesai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4D3B73"/>
          </a:solidFill>
          <a:ln w="12700">
            <a:solidFill>
              <a:srgbClr val="4D3B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82496"/>
            <a:ext cx="365760" cy="36576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5448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di Endcap Area Thermal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4D3B73"/>
          </a:solidFill>
          <a:ln w="12700">
            <a:solidFill>
              <a:srgbClr val="4D3B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432304"/>
            <a:ext cx="365760" cy="36576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304288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Endcap full terisi Blind Box, tidak ada rak kosong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4D3B73"/>
          </a:solidFill>
          <a:ln w="12700">
            <a:solidFill>
              <a:srgbClr val="4D3B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182112"/>
            <a:ext cx="365760" cy="36576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054096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tiap rak sesuai planogram (16 box SMALL, 12 box LARGE)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803904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4D3B73"/>
          </a:solidFill>
          <a:ln w="12700">
            <a:solidFill>
              <a:srgbClr val="4D3B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803904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Susunan sesuai mock display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553712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4D3B73"/>
          </a:solidFill>
          <a:ln w="12700">
            <a:solidFill>
              <a:srgbClr val="4D3B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681728"/>
            <a:ext cx="365760" cy="36576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553712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warna terbuka di display, Secret tidak dibuka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4D3B73"/>
          </a:solidFill>
          <a:ln w="12700">
            <a:solidFill>
              <a:srgbClr val="4D3B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431536"/>
            <a:ext cx="365760" cy="36576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431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30352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A4 sudah dicetak dan terpasang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Instruksi Display Blind Box Thermal</dc:title>
  <dc:subject>PptxGenJS Presentation</dc:subject>
  <dc:creator>PptxGenJS</dc:creator>
  <cp:lastModifiedBy>PptxGenJS</cp:lastModifiedBy>
  <cp:revision>1</cp:revision>
  <dcterms:created xsi:type="dcterms:W3CDTF">2026-10-08T08:56:43Z</dcterms:created>
  <dcterms:modified xsi:type="dcterms:W3CDTF">2026-10-08T08:56:43Z</dcterms:modified>
</cp:coreProperties>
</file>