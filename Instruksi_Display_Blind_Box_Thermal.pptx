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 KE STORE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Blind Box Thermal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“Pick Your Lucky Box”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Area Thermal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dijalankan seluruh store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863840" y="640080"/>
            <a:ext cx="3749040" cy="557784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claude-0/-home-user-Testing-Erie/31a86cd2-3938-53d6-901f-33e16b329622/images/1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777240"/>
            <a:ext cx="32918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aturan display Blind Box Thermal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poin wajib dipenuhi sebelum display dinyatakan selesai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wajib di Endcap Area Thermal.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01168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terisi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endcap, seluruh bagian terisi display produk Blind Box.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sesuai planogram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mengikuti planogram dan alokasi per store (lihat slide 4–5).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mock 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rak, warna dan layout mengikuti mock display terlampir.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34340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6 warna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Box dibuka dan didisplay dalam 6 warna, selain warna Secret.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POP A4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 menunggu Media Produk Info dari VM, store wajib cetak POP A4 terlampir.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 display sesuai planogram</a:t>
            </a:r>
            <a:endParaRPr lang="en-US" sz="3600" dirty="0"/>
          </a:p>
        </p:txBody>
      </p:sp>
      <p:pic>
        <p:nvPicPr>
          <p:cNvPr id="3" name="Image 0" descr="/tmp/claude-0/-home-user-Testing-Erie/31a86cd2-3938-53d6-901f-33e16b329622/scratchpad/w/mock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5394960" cy="572414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2801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1188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Your Lucky Box” di bagian atas endcap.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0" y="21945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2103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Riser (50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botol warna terbuka sebagai display produk, tanpa Secret.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089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017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4 box lebar × 3 deret = 12 box.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3931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4 box lebar × 2 deret = 8 box.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48463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 (40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SMALL + 2 LARGE lebar × 2 deret = 4 SMALL + 4 LARGE.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5989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ilustrasi, tidak skala. Total di endcap: 16 box SMALL + 12 box LARGE.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Planogram: tampak depan dan tampak atas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DEPAN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ATAS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solidFill>
            <a:srgbClr val="FDE68A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riser 6 botol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108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319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4480560" cy="109728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120640" y="475488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cm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1737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1: 4 × 3 = 12 box SMALL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36393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2: 4 × 2 = 8 box LARGE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3: 2 SMALL + 2 LARGE × 2 deret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= biru muda, LARGE = ungu muda. Tinggi rak tidak boleh diubah.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Qty display dan alokasi per store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tiap box = 6 pcs. Qty belum termasuk buffer stock setiap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pcs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SMALL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pcs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LARGE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SMALL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LARGE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45920"/>
          <a:ext cx="5212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Total alokasi per store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SMALL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Include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120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20 box = 5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Exclude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72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 box = 3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400800" y="4023360"/>
            <a:ext cx="5212080" cy="1371600"/>
          </a:xfrm>
          <a:prstGeom prst="roundRect">
            <a:avLst>
              <a:gd name="adj" fmla="val 1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41148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di atas belum termasuk buffer stock setiap store. Area dept = isi endcap. Area kasir = tambahan 24 pcs SMALL dan 24 pcs LARGE.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37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koli = 4 box = 24 pcs, untuk SMALL maupun LARGE.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Buka 6 warna dan cetak POP A4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yang dibuka di display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696B9"/>
          </a:solidFill>
          <a:ln w="12700">
            <a:solidFill>
              <a:srgbClr val="F696B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2316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AE16E"/>
          </a:solidFill>
          <a:ln w="12700">
            <a:solidFill>
              <a:srgbClr val="FAE1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98E3BD"/>
          </a:solidFill>
          <a:ln w="12700">
            <a:solidFill>
              <a:srgbClr val="98E3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46BDAF"/>
          </a:solidFill>
          <a:ln w="12700">
            <a:solidFill>
              <a:srgbClr val="46BD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2316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BE96EB"/>
          </a:solidFill>
          <a:ln w="12700">
            <a:solidFill>
              <a:srgbClr val="BE9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82AAF0"/>
          </a:solidFill>
          <a:ln w="12700">
            <a:solidFill>
              <a:srgbClr val="82AA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5394960" cy="822960"/>
          </a:xfrm>
          <a:prstGeom prst="roundRect">
            <a:avLst>
              <a:gd name="adj" fmla="val 16667"/>
            </a:avLst>
          </a:prstGeom>
          <a:solidFill>
            <a:srgbClr val="FDEAF3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12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tidak dibuka. Hanya 6 warna lainnya yang didisplay terbuka.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A4 wajib dicetak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583680" y="1920240"/>
            <a:ext cx="2194560" cy="30175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4DC3E0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583680" y="1920240"/>
            <a:ext cx="2194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 file POP A4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1920240"/>
            <a:ext cx="2560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ukuran A4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di endcap Thermal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Berlaku sampai Media Produk Info dari VM terpasang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sebelum lapor selesai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8249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di Endcap Area Thermal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432304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04288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full terisi Blind Box, tidak ada rak kosong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054096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82112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54096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sesuai planogram (16 box SMALL, 12 box LARGE)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03904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803904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sesuai mock display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553712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68172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681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553712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warna terbuka di display, Secret tidak dibuka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43153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431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30352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A4 sudah dicetak dan terpasang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Instruksi Display Blind Box Thermal</dc:title>
  <dc:subject>PptxGenJS Presentation</dc:subject>
  <dc:creator>PptxGenJS</dc:creator>
  <cp:lastModifiedBy>PptxGenJS</cp:lastModifiedBy>
  <cp:revision>1</cp:revision>
  <dcterms:created xsi:type="dcterms:W3CDTF">2026-10-08T08:53:26Z</dcterms:created>
  <dcterms:modified xsi:type="dcterms:W3CDTF">2026-10-08T08:53:26Z</dcterms:modified>
</cp:coreProperties>
</file>