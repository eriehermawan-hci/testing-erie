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INSTRUKSI KE STORE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Blind Box Thermal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“Pick Your Lucky Box”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Endcap Area Thermal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dijalankan seluruh store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863840" y="640080"/>
            <a:ext cx="3749040" cy="557784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tmp/claude-0/-home-user-Testing-Erie/31a86cd2-3938-53d6-901f-33e16b329622/images/1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777240"/>
            <a:ext cx="32918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aturan display Blind Box Thermal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poin wajib dipenuhi sebelum display dinyatakan selesai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wajib di Endcap Area Thermal.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01168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terisi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endcap, seluruh bagian terisi display produk Blind Box.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sesuai planogram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tiap rak mengikuti planogram dan alokasi per store (lihat slide 4–5).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mock display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rak mengikuti mock terlampir. Header dikirim tim VM dari Jakarta.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9768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34340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6 warna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1 PDQ SMALL dan 1 PDQ LARGE, display 6 warna (5 bila dapat Secret).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4672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sementara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datang lebih dulu dari materi komunikasi? Cetak POP A4 dari Head Office di percetakan.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 display sesuai planogram</a:t>
            </a:r>
            <a:endParaRPr lang="en-US" sz="3600" dirty="0"/>
          </a:p>
        </p:txBody>
      </p:sp>
      <p:pic>
        <p:nvPicPr>
          <p:cNvPr id="3" name="Image 0" descr="/tmp/claude-0/-home-user-Testing-Erie/31a86cd2-3938-53d6-901f-33e16b329622/scratchpad/w/mock3d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097280"/>
            <a:ext cx="3154680" cy="513591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0" y="12801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1188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Your Lucky Box”, dikirim tim VM dari Jakarta.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00800" y="21945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2103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Riser (50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warna terbuka sebagai display (5 warna bila dapat Secret).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31089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017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4 box lebar × 3 deret = 12 box.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0" y="40233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3931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4 box lebar × 2 deret = 8 box.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400800" y="49377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48463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 (40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SMALL + 2 LARGE lebar × 2 deret = 4 SMALL + 4 LARGE.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59893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ilustrasi, tidak skala. Total di endcap: 16 box SMALL + 12 box LARGE.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Planogram: tampak depan dan tampak atas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DEPAN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ATAS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solidFill>
            <a:srgbClr val="FDE68A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riser 6 botol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37360"/>
            <a:ext cx="640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1089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319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4480560" cy="109728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120640" y="475488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cm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1737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1: 4 × 3 = 12 box SMALL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36393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2: 4 × 2 = 8 box LARGE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0" y="5065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3: 2 SMALL + 2 LARGE × 2 deret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= biru muda, LARGE = ungu muda. Tinggi rak tidak boleh diubah.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Qty display dan alokasi per store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tiap box = 6 pcs. Qty belum termasuk buffer stock setiap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pcs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SMALL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pcs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LARGE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SMALL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LARGE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45920"/>
          <a:ext cx="5212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Total alokasi per store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SMALL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Include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120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20 box = 5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Exclude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72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 box = 3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400800" y="4023360"/>
            <a:ext cx="5212080" cy="1371600"/>
          </a:xfrm>
          <a:prstGeom prst="roundRect">
            <a:avLst>
              <a:gd name="adj" fmla="val 1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41148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di atas belum termasuk buffer stock setiap store. Area dept = isi endcap. Area kasir = tambahan 24 pcs SMALL dan 24 pcs LARGE.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37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koli = 4 box = 24 pcs, untuk SMALL maupun LARGE.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display Dept + Kasir (43 store)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per store: SMALL 120 pcs (20 box = 5 koli), LARGE 96 pcs (16 box = 4 koli). Belum termasuk buffer stock.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EMPORIUM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J30Z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GRANDWISATA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TUNJUNGAN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MANADO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ANEKA PAVILION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J30V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CIBUBUR JUNCTION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TGR QBIG BSD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HCIR – GALAXY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SAMARINDA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PALEMBANG PTC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JAMBI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KOTA 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LP PALEMBANG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DEPOK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S.PARMAN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CIBINONG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JABABEKA BKS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LAMPUNG SUDIRMAN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NEO SOHO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LP BANJARMASIN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SMD BIG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ABEPURA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PANAKKUKANG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MARICAYA LATANETTE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PADANG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KOTA KASABLANKA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JUANDA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PERINTIS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GRAND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LIVING WORLD ALSUT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DELI PARK MDN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FESTIVAL CITILINK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DUTA MALL BJM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PAKUWON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KARAWANG TEKNO 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AMBARUKMO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PURWOKERTO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BALIKPAPAN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IBCC BANDUNG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PARAGON SOLO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display Dept only (40 store)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per store: SMALL 96 pcs (16 box = 4 koli), LARGE 72 pcs (12 box = 3 koli). Belum termasuk buffer stock.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YASMIN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PACIFIC MALL TGL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HERION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PALU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CENTER POINT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SUNCITY SIDO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J30Q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CITIMALL GARUT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PALOPO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KARAWACI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 ARTHA GADING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PEKALONGAN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PASKAL BDG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KHI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GANDARIA CITY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SULTAN AGUNG LMP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MALUKU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PADJAJARAN 21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TASIK TRANSMART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HERTASNING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PURI INDAH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BINTARO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KADIPIRO JOGJA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AHMAD YANI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LW BALI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CIREBON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KENDARI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SAWANGAN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KEDIRI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J30X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DUTA MALL PALANGKARAYA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LOMBOK EPICENTRUM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JATILAND MALL TERNATE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PETTARANI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QUEEN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ROYAL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LIPPO PLAZA KUPANG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CILEGON CENTER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LW PEKANBARU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 membuka produk untuk display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Berlaku untuk sampel display di endcap Thermal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Ambil PDQ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918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Ambil 1 PDQ untuk SKU SMALL dan 1 PDQ untuk SKU LARGE.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83280" y="173736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1965960"/>
            <a:ext cx="640080" cy="6400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pelan-pelan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2918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kardus display dengan hati-hati agar struktur kardus tidak rusak.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73736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6520" y="1965960"/>
            <a:ext cx="640080" cy="64008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warna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2918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PDQ warna pasti berbeda, tetapi ada kemungkinan dapat Secret.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052560" y="173736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1160" y="1965960"/>
            <a:ext cx="640080" cy="6400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8116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2918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6 warna. Jika dapat Secret, amankan dulu dan display 5 warna.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13636"/>
            </a:avLst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5303520"/>
            <a:ext cx="548640" cy="54864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1051560" y="5458968"/>
            <a:ext cx="228600" cy="237744"/>
          </a:xfrm>
          <a:prstGeom prst="triangle">
            <a:avLst/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45920" y="507492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video tutorial membuka produk dari MD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tutorial dikirim oleh tim MD. Ikuti urutan dan cara bukanya.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Buka 6 warna, header, dan POP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yang dibuka di display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696B9"/>
          </a:solidFill>
          <a:ln w="12700">
            <a:solidFill>
              <a:srgbClr val="F696B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2316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AE16E"/>
          </a:solidFill>
          <a:ln w="12700">
            <a:solidFill>
              <a:srgbClr val="FAE1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2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98E3BD"/>
          </a:solidFill>
          <a:ln w="12700">
            <a:solidFill>
              <a:srgbClr val="98E3B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46BDAF"/>
          </a:solidFill>
          <a:ln w="12700">
            <a:solidFill>
              <a:srgbClr val="46BDA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42316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BE96EB"/>
          </a:solidFill>
          <a:ln w="12700">
            <a:solidFill>
              <a:srgbClr val="BE96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9768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82AAF0"/>
          </a:solidFill>
          <a:ln w="12700">
            <a:solidFill>
              <a:srgbClr val="82AA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5394960" cy="822960"/>
          </a:xfrm>
          <a:prstGeom prst="roundRect">
            <a:avLst>
              <a:gd name="adj" fmla="val 16667"/>
            </a:avLst>
          </a:prstGeom>
          <a:solidFill>
            <a:srgbClr val="FDEAF3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120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Secret di dalam PDQ? Amankan dulu, lalu display 5 warna.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dan POP sementara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583680" y="19202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5400">
            <a:solidFill>
              <a:srgbClr val="4DC3E0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583680" y="19202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Lampirkan file POP A4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1920240"/>
            <a:ext cx="3108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dikirim tim VM dari Jakarta, pasang saat tiba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tiba lebih dulu dari materi komunikasi: cetak POP A4 sementara dari Head Office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wajib di percetakan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Dipakai sampai Media Produk Info dari VM terpasang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dan Don'ts display dan penjualan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untuk tim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di Endcap Area Thermal, full terisi sesuai planogram dan mock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1 PDQ SMALL dan 1 PDQ LARGE sebagai sampel, sisanya tetap tersegel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Amankan Secret bila didapat, lalu display 5 warna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kardus pelan-pelan dan ikuti video tutorial MD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ulang rak dari buffer stock sebelum kosong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Jelaskan ke pelanggan: pilih warna favorit, Secret adalah kejutan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POP A4 sementara dari Head Office bila materi komunikasi belum tiba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37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51460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taruh di luar endcap Thermal atau campur dengan produk lain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biarkan rak kosong atau terisi sebagian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buka PDQ selain 1 SMALL dan 1 LARGE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bocorkan isi box tersegel (ditimbang, diguncang, atau diberi petunjuk)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ubah susunan, qty, atau tinggi rak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jual unit sampel yang sudah dibuka sebagai produk baru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cetak POP sementara selain di percetakan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check list tim store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17320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32588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di Endcap Area Thermal, full terisi Blind Box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8424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75688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98424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sesuai alokasi: Dept + Kasir (120 SMALL, 96 LARGE), Dept only (96 SMALL, 72 LARGE)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642616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73405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734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642616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rak sesuai planogram dan mock (16 box SMALL, 12 box LARGE)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300984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392424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392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300984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1 PDQ SMALL + 1 PDQ LARGE sesuai video MD, display 6 warna (5 bila Secret diamankan)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95935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050792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395935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dari tim VM Jakarta dipasang saat tiba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6177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461772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komunikasi belum tiba: cetak POP A4 dari Head Office di percetakan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52760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5367528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367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27608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Kardus display dibuka pelan-pelan, struktur kardus tidak rusak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5934456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1520" y="602589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6025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325880" y="5934456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stock tersedia, rak tidak pernah kosong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Instruksi Display Blind Box Thermal</dc:title>
  <dc:subject>PptxGenJS Presentation</dc:subject>
  <dc:creator>PptxGenJS</dc:creator>
  <cp:lastModifiedBy>PptxGenJS</cp:lastModifiedBy>
  <cp:revision>1</cp:revision>
  <dcterms:created xsi:type="dcterms:W3CDTF">2026-10-08T09:32:51Z</dcterms:created>
  <dcterms:modified xsi:type="dcterms:W3CDTF">2026-10-08T09:32:51Z</dcterms:modified>
</cp:coreProperties>
</file>