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“Pick Your Lucky Box”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dijalankan seluruh store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 mengikuti mock terlampir. Header dikirim tim VM dari Jakarta.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Box dibuka dan didisplay dalam 6 warna, selain warna Secret.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sementara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datang lebih dulu dari materi komunikasi? Cetak POP A4 dari Head Office di percetakan.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4937760" cy="555687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Your Lucky Box”, dikirim tim VM dari Jakarta.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 (50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botol warna terbuka sebagai display produk, tanpa Secret.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 (40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+ Kasir (43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120 pcs (20 box = 5 koli), LARGE 96 pcs (16 box = 4 koli). Belum termasuk buffer stock.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EMPORIUM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J30Z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GRANDWISATA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TUNJUNGAN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MANADO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ANEKA PAVILION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J30V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CIBUBUR JUNCTION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TGR QBIG BSD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HCIR – GALAXY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SAMARINDA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PALEMBANG PTC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JAMBI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KOTA 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LP PALEMBANG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DEPOK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S.PARMAN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CIBINONG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JABABEKA BKS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LAMPUNG SUDIRMAN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NEO SOHO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LP BANJARMASIN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SMD BIG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ABEPURA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PANAKKUKANG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MARICAYA LATANETTE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PADANG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KOTA KASABLANKA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JUANDA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PERINTIS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GRAND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LIVING WORLD ALSUT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DELI PARK MDN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FESTIVAL CITILINK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DUTA MALL BJM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PAKUWON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KARAWANG TEKNO 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AMBARUKMO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PURWOKERTO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BALIKPAPAN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IBCC BANDUNG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PARAGON SOLO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only (40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96 pcs (16 box = 4 koli), LARGE 72 pcs (12 box = 3 koli). Belum termasuk buffer stock.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YASMIN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PACIFIC MALL TGL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HERION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PALU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CENTER POINT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SUNCITY SIDO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J30Q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CITIMALL GARUT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PALOPO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KARAWACI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 ARTHA GADING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PEKALONGAN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PASKAL BDG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KHI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GANDARIA CITY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SULTAN AGUNG LMP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MALUKU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PADJAJARAN 21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TASIK TRANSMART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HERTASNING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PURI INDAH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BINTARO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KADIPIRO JOGJA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AHMAD YANI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LW BALI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CIREBON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KENDARI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SAWANGAN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KEDIRI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J30X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DUTA MALL PALANGKARAYA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LOMBOK EPICENTRUM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JATILAND MALL TERNATE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PETTARANI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QUEEN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ROYAL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LIPPO PLAZA KUPANG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CILEGON CENTER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LW PEKANBARU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 6 warna, header, dan POP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tidak dibuka. Hanya 6 warna lainnya yang didisplay terbuka.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dan POP sementara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192024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dikirim tim VM dari Jakarta, pasang saat tiba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tiba lebih dulu dari materi komunikasi: cetak POP A4 sementara dari Head Office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wajib di percetakan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 sampai Media Produk Info dari VM terpasang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dan Don'ts display dan penjualan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untuk tim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Area Thermal, full terisi sesuai planogram dan mock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hanya 6 warna sebagai sampel, sisanya tetap tersegel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box Secret tetap tersegel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Rapikan box, logo informa menghadap depan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ulang rak dari buffer stock sebelum kosong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ke pelanggan: pilih warna favorit, Secret adalah kejutan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POP A4 sementara dari Head Office bila materi komunikasi belum tiba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taruh di luar endcap Thermal atau campur dengan produk lain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biarkan rak kosong atau terisi sebagian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buka atau sobek box selain sampel 6 warna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bocorkan isi box tersegel (ditimbang, diguncang, atau diberi petunjuk)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ubah susunan, qty, atau tinggi rak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jual unit sampel yang sudah dibuka sebagai produk baru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cetak POP sementara selain di percetakan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check list tim store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1732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258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di Endcap Area Thermal, full terisi Blind Box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7568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9842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alokasi: Dept + Kasir (120 SMALL, 96 LARGE), Dept only (96 SMALL, 72 LARGE)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642616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73405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64261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 sesuai planogram dan mock (16 box SMALL, 12 box LARGE)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00984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39242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00984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warna dibuka sebagai sampel, Secret tetap tersegel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95935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05079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95935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dari tim VM Jakarta dipasang saat tiba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6177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617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komunikasi belum tiba: cetak POP A4 dari Head Office di percetakan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2760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53675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367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27608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stock tersedia, rak tidak pernah kosong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subject>PptxGenJS Presentation</dc:subject>
  <dc:creator>PptxGenJS</dc:creator>
  <cp:lastModifiedBy>PptxGenJS</cp:lastModifiedBy>
  <cp:revision>1</cp:revision>
  <dcterms:created xsi:type="dcterms:W3CDTF">2026-10-08T09:14:15Z</dcterms:created>
  <dcterms:modified xsi:type="dcterms:W3CDTF">2026-10-08T09:14:15Z</dcterms:modified>
</cp:coreProperties>
</file>