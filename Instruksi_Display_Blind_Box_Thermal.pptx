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webp" ContentType="image/webp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webp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640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INSTRUKSI KE STORE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Display Blind Box Thermal</a:t>
            </a:r>
            <a:endParaRPr lang="en-US" sz="5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7472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8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“Pick Your Lucky Box”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8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Endcap Area Thermal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760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Wajib dijalankan seluruh store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863840" y="640080"/>
            <a:ext cx="3749040" cy="5577840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/tmp/claude-0/-home-user-Testing-Erie/31a86cd2-3938-53d6-901f-33e16b329622/images/1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92440" y="777240"/>
            <a:ext cx="329184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aturan display Blind Box Thermal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Semua poin wajib dipenuhi sebelum display dinyatakan selesai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011680"/>
            <a:ext cx="594360" cy="59436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0116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Lokasi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88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wajib di Endcap Area Thermal.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178308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26280" y="2011680"/>
            <a:ext cx="594360" cy="594360"/>
          </a:xfrm>
          <a:prstGeom prst="ellipse">
            <a:avLst/>
          </a:prstGeom>
          <a:solidFill>
            <a:srgbClr val="4DC3E0"/>
          </a:solidFill>
          <a:ln w="12700">
            <a:solidFill>
              <a:srgbClr val="4DC3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628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20116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terisi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2788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Dalam 1 endcap, seluruh bagian terisi display produk Blind Box.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46720" y="178308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75320" y="2011680"/>
            <a:ext cx="594360" cy="59436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7532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052560" y="20116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 sesuai planogram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788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 tiap rak mengikuti planogram dan alokasi per store (lihat slide 4–5).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4343400"/>
            <a:ext cx="594360" cy="594360"/>
          </a:xfrm>
          <a:prstGeom prst="ellipse">
            <a:avLst/>
          </a:prstGeom>
          <a:solidFill>
            <a:srgbClr val="4DC3E0"/>
          </a:solidFill>
          <a:ln w="12700">
            <a:solidFill>
              <a:srgbClr val="4DC3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343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554480" y="43434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Ikuti mock display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1206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Susunan rak, warna dan layout mengikuti mock display terlampir.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297680" y="411480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26280" y="4343400"/>
            <a:ext cx="594360" cy="59436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26280" y="4343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43434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6 warna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4526280" y="51206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Box dibuka dan didisplay dalam 6 warna, selain warna Secret.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046720" y="411480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75320" y="4343400"/>
            <a:ext cx="594360" cy="594360"/>
          </a:xfrm>
          <a:prstGeom prst="ellipse">
            <a:avLst/>
          </a:prstGeom>
          <a:solidFill>
            <a:srgbClr val="4DC3E0"/>
          </a:solidFill>
          <a:ln w="12700">
            <a:solidFill>
              <a:srgbClr val="4DC3E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75320" y="4343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9052560" y="43434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Cetak POP A4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8275320" y="51206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Selama menunggu Media Produk Info dari VM, store wajib cetak POP A4 terlampir.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Mock display sesuai planogram</a:t>
            </a:r>
            <a:endParaRPr lang="en-US" sz="3600" dirty="0"/>
          </a:p>
        </p:txBody>
      </p:sp>
      <p:pic>
        <p:nvPicPr>
          <p:cNvPr id="3" name="Image 0" descr="/tmp/claude-0/-home-user-Testing-Erie/31a86cd2-3938-53d6-901f-33e16b329622/scratchpad/w/mock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5394960" cy="572414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0" y="1280160"/>
            <a:ext cx="411480" cy="4114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0" y="1280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040880" y="11887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“Pick Your Lucky Box” di bagian atas endcap.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6400800" y="2194560"/>
            <a:ext cx="411480" cy="4114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2194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40880" y="2103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Riser (50 cm)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botol warna terbuka sebagai display produk, tanpa Secret.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3108960"/>
            <a:ext cx="411480" cy="4114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0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30175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 1 (30 cm)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4 box lebar × 3 deret = 12 box.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400800" y="4023360"/>
            <a:ext cx="411480" cy="4114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39319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 2 (30 cm)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LARGE, 4 box lebar × 2 deret = 8 box.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400800" y="4937760"/>
            <a:ext cx="411480" cy="4114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0" y="4937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040880" y="48463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 3 (40 cm)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SMALL + 2 LARGE lebar × 2 deret = 4 SMALL + 4 LARGE.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598932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 ilustrasi, tidak skala. Total di endcap: 16 box SMALL + 12 box LARGE.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Planogram: tampak depan dan tampak atas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TAMPAK DEPAN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583680" y="1280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TAMPAK ATAS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4480560" cy="1371600"/>
          </a:xfrm>
          <a:prstGeom prst="rect">
            <a:avLst/>
          </a:prstGeom>
          <a:solidFill>
            <a:srgbClr val="FDE68A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73736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+ riser 6 botol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737360"/>
            <a:ext cx="640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cm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108960"/>
            <a:ext cx="4480560" cy="822960"/>
          </a:xfrm>
          <a:prstGeom prst="rect">
            <a:avLst/>
          </a:prstGeom>
          <a:solidFill>
            <a:srgbClr val="F4F1F7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218688"/>
            <a:ext cx="1005840" cy="60350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21868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709928" y="3218688"/>
            <a:ext cx="1005840" cy="60350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709928" y="321868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79776" y="3218688"/>
            <a:ext cx="1005840" cy="60350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79776" y="321868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849624" y="3218688"/>
            <a:ext cx="1005840" cy="60350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49624" y="321868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310896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931920"/>
            <a:ext cx="4480560" cy="822960"/>
          </a:xfrm>
          <a:prstGeom prst="rect">
            <a:avLst/>
          </a:prstGeom>
          <a:solidFill>
            <a:srgbClr val="F4F1F7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041648"/>
            <a:ext cx="1005840" cy="60350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404164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709928" y="4041648"/>
            <a:ext cx="1005840" cy="60350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709928" y="404164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779776" y="4041648"/>
            <a:ext cx="1005840" cy="60350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779776" y="404164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849624" y="4041648"/>
            <a:ext cx="1005840" cy="60350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849624" y="404164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120640" y="393192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4754880"/>
            <a:ext cx="4480560" cy="1097280"/>
          </a:xfrm>
          <a:prstGeom prst="rect">
            <a:avLst/>
          </a:prstGeom>
          <a:solidFill>
            <a:srgbClr val="F4F1F7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4864608"/>
            <a:ext cx="1005840" cy="87782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0080" y="4864608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709928" y="4864608"/>
            <a:ext cx="1005840" cy="87782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709928" y="4864608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779776" y="4864608"/>
            <a:ext cx="1005840" cy="87782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779776" y="4864608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849624" y="4864608"/>
            <a:ext cx="1005840" cy="87782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849624" y="4864608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5120640" y="475488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cm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0" y="17373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 1: 4 × 3 = 12 box SMALL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583680" y="2029968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583680" y="202996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790688" y="2029968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790688" y="202996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997696" y="2029968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997696" y="202996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0204704" y="2029968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0204704" y="202996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583680" y="2505456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583680" y="250545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7790688" y="2505456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790688" y="250545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8997696" y="2505456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97696" y="250545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10204704" y="2505456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10204704" y="250545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583680" y="298094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583680" y="298094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7790688" y="298094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790688" y="298094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8997696" y="298094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997696" y="298094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10204704" y="298094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204704" y="298094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0" y="363931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 2: 4 × 2 = 8 box LARGE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6583680" y="3931920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583680" y="3931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7790688" y="3931920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7790688" y="3931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8997696" y="3931920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997696" y="3931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10204704" y="3931920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10204704" y="3931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6583680" y="4407408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583680" y="440740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7790688" y="4407408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790688" y="440740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8997696" y="4407408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997696" y="440740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10204704" y="4407408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0204704" y="440740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0" y="50657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 3: 2 SMALL + 2 LARGE × 2 deret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6583680" y="535838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6583680" y="535838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7790688" y="535838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7790688" y="535838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997696" y="5358384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8997696" y="535838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10204704" y="5358384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0204704" y="535838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6583680" y="5833872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6583680" y="583387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7790688" y="5833872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7790688" y="583387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997696" y="5833872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8997696" y="583387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10204704" y="5833872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10204704" y="583387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= biru muda, LARGE = ungu muda. Tinggi rak tidak boleh diubah.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Qty display dan alokasi per store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tiap box = 6 pcs. Qty belum termasuk buffer stock setiap store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51760" cy="1371600"/>
          </a:xfrm>
          <a:prstGeom prst="roundRect">
            <a:avLst>
              <a:gd name="adj" fmla="val 10000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 pcs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68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Dept – SMALL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83280" y="1645920"/>
            <a:ext cx="2651760" cy="1371600"/>
          </a:xfrm>
          <a:prstGeom prst="roundRect">
            <a:avLst>
              <a:gd name="adj" fmla="val 10000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7373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 pcs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468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Dept – LARGE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200400"/>
            <a:ext cx="2651760" cy="1371600"/>
          </a:xfrm>
          <a:prstGeom prst="roundRect">
            <a:avLst>
              <a:gd name="adj" fmla="val 10000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291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pcs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023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Kasir – SMALL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383280" y="3200400"/>
            <a:ext cx="2651760" cy="1371600"/>
          </a:xfrm>
          <a:prstGeom prst="roundRect">
            <a:avLst>
              <a:gd name="adj" fmla="val 10000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3291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pcs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4023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Kasir – LARGE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645920"/>
          <a:ext cx="52120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Total alokasi per store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SMALL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LARGE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B2A5C"/>
                          </a:solidFill>
                        </a:rPr>
                        <a:t>Include area kasir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120 pcs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20 box = 5 koli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96 pcs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16 box = 4 koli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B2A5C"/>
                          </a:solidFill>
                        </a:rPr>
                        <a:t>Exclude area kasir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96 pcs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16 box = 4 koli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72 pcs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12 box = 3 koli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6400800" y="4023360"/>
            <a:ext cx="5212080" cy="1371600"/>
          </a:xfrm>
          <a:prstGeom prst="roundRect">
            <a:avLst>
              <a:gd name="adj" fmla="val 10000"/>
            </a:avLst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629400" y="41148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Catatan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 di atas belum termasuk buffer stock setiap store. Area dept = isi endcap. Area kasir = tambahan 24 pcs SMALL dan 24 pcs LARGE.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49377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koli = 4 box = 24 pcs, untuk SMALL maupun LARGE.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Store yang mendapat alokasi (1/2)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 store: 43 Dept + Kasir, 40 Dept only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148840"/>
                <a:gridCol w="91440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Kode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Store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Alokasi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J335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EMPORIUM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J334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YASMIN BOGOR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J320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MEDAN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J30Z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INFORMA LW GRANDWISATA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J332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TUNJUNGAN PLAZA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J30O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PACIFIC MALL TGL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J30L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MANADO TOWN SQUARE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J309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HERION MALANG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J31F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LP PALU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J390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ANEKA PAVILION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J340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CENTER POINT MEDAN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J389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INFORMA SUNCITY SIDO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J30Q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INFORMA CITIMALL GARUT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J30V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CIBUBUR JUNCTION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148840"/>
                <a:gridCol w="91440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Kode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Store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Alokasi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J354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TGR QBIG BSD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J31M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PALOPO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J365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SUPERMAL KARAWACI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J362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HARTONO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J310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MAL ARTHA GADING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J302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HCIR – GALAXY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J359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SAMARINDA SQUARE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J326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PEKALONGAN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J30R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PALEMBANG PTC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J355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PASKAL BDG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J386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JAMBI TOWN SQUARE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J392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INFORMA LW KOTA WISATA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J328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BOGOR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J391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KHI BEKASI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148840"/>
                <a:gridCol w="91440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Kode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Store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Alokasi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J315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GANDARIA CITY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J30D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SULTAN AGUNG LMP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J348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LP PALEMBANG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J321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DEPOK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J396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MALUKU CITY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J323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PADJAJARAN 21 BOGOR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J31G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TASIK TRANSMART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J305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HERTASNING MAKASSAR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J307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PURI INDAH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J351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S.PARMAN MEDAN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J312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CIBINONG CITY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J398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JABABEKA BKS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J30I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BINTARO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J30P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KADIPIRO JOGJA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Store yang mendapat alokasi (2/2)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 store: 43 Dept + Kasir, 40 Dept only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148840"/>
                <a:gridCol w="91440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Kode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Store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Alokasi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J350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AHMAD YANI BEKASI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J308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LW BALI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J381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LAMPUNG SUDIRMAN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J352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CIREBON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J322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NEO SOHO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J399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KENDARI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J31A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INFORMA LP BANJARMASIN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J366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SMD BIG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J31C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INFORMA ABEPURA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J361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PANAKKUKANG SQUARE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J388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SAWANGAN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J337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MARICAYA LATANETTE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J363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PADANG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J317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KOTA KASABLANKA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148840"/>
                <a:gridCol w="91440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Kode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Store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Alokasi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J30S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KEDIRI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J338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JUANDA MEDAN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J31H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LP BATAM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J30X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DUTA MALL PALANGKARAYA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J345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LOMBOK EPICENTRUM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J387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PERINTIS MAKASSAR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J30B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GRAND BATAM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J347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LIVING WORLD ALSUT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J30F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DELI PARK MDN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J376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FESTIVAL CITILINK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J373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DUTA MALL BJM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J331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SUPERMAL PAKUWON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J378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KARAWANG TEKNO MART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J369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JATILAND MALL TERNATE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148840"/>
                <a:gridCol w="91440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Kode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Store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Alokasi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J343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PETTARANI MAKASSAR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J30G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QUEEN CITY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J333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ROYAL PLAZA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J382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MALANG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J394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AMBARUKMO YOGYA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J360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PURWOKERTO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J357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BALIKPAPAN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J371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IBCC BANDUNG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J30H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LIPPO PLAZA KUPANG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J370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CILEGON CENTER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J339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LW PEKANBARU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J353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PARAGON SOLO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</a:rPr>
                        <a:t>Dept+Kasir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J356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HARTONO MALL YOGYA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3A7A"/>
                          </a:solidFill>
                        </a:rPr>
                        <a:t>Dept only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</a:tbl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 + Kasir: SMALL 120 pcs, LARGE 96 pcs. Dept only: SMALL 96 pcs, LARGE 72 pcs. Belum termasuk buffer stock.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Buka 6 warna dan cetak POP A4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yang dibuka di display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F696B9"/>
          </a:solidFill>
          <a:ln w="12700">
            <a:solidFill>
              <a:srgbClr val="F696B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423160" y="19202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FAE16E"/>
          </a:solidFill>
          <a:ln w="12700">
            <a:solidFill>
              <a:srgbClr val="FAE1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23160" y="19202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2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97680" y="19202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98E3BD"/>
          </a:solidFill>
          <a:ln w="12700">
            <a:solidFill>
              <a:srgbClr val="98E3B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97680" y="19202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3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5204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46BDAF"/>
          </a:solidFill>
          <a:ln w="12700">
            <a:solidFill>
              <a:srgbClr val="46BDA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204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4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423160" y="35204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BE96EB"/>
          </a:solidFill>
          <a:ln w="12700">
            <a:solidFill>
              <a:srgbClr val="BE96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23160" y="35204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5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297680" y="35204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82AAF0"/>
          </a:solidFill>
          <a:ln w="12700">
            <a:solidFill>
              <a:srgbClr val="82AA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97680" y="35204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6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5212080"/>
            <a:ext cx="5394960" cy="822960"/>
          </a:xfrm>
          <a:prstGeom prst="roundRect">
            <a:avLst>
              <a:gd name="adj" fmla="val 16667"/>
            </a:avLst>
          </a:prstGeom>
          <a:solidFill>
            <a:srgbClr val="FDEAF3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21208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tidak dibuka. Hanya 6 warna lainnya yang didisplay terbuka.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 A4 wajib dicetak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583680" y="1920240"/>
            <a:ext cx="2194560" cy="301752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5400">
            <a:solidFill>
              <a:srgbClr val="4DC3E0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6583680" y="1920240"/>
            <a:ext cx="2194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Lampirkan file POP A4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052560" y="1920240"/>
            <a:ext cx="2560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Cetak ukuran A4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Pasang di endcap Thermal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Berlaku sampai Media Produk Info dari VM terpasang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dan Don'ts display dan penjualan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Rekomendasi untuk tim store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49240" cy="4754880"/>
          </a:xfrm>
          <a:prstGeom prst="roundRect">
            <a:avLst>
              <a:gd name="adj" fmla="val 2885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2880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4DC3E0"/>
          </a:solidFill>
          <a:ln w="12700">
            <a:solidFill>
              <a:srgbClr val="4DC3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14600"/>
            <a:ext cx="48006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Pasang di Endcap Area Thermal, full terisi sesuai planogram dan mock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hanya 6 warna sebagai sampel, sisanya tetap tersegel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Jaga box Secret tetap tersegel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Rapikan box, logo informa menghadap depan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ulang rak dari buffer stock sebelum kosong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Jelaskan ke pelanggan: pilih warna favorit, Secret adalah kejutan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63640" y="1645920"/>
            <a:ext cx="5349240" cy="4754880"/>
          </a:xfrm>
          <a:prstGeom prst="roundRect">
            <a:avLst>
              <a:gd name="adj" fmla="val 2885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37960" y="182880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37960" y="18288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2514600"/>
            <a:ext cx="48006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Jangan taruh di luar endcap Thermal atau campur dengan produk lain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Jangan biarkan rak kosong atau terisi sebagian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Jangan buka atau sobek box selain sampel 6 warna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Jangan bocorkan isi box tersegel (ditimbang, diguncang, atau diberi petunjuk)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Jangan ubah susunan, qty, atau tinggi rak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Jangan jual unit sampel yang sudah dibuka sebagai produk baru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Checklist sebelum lapor selesai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682496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55448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di Endcap Area Thermal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304288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432304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432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304288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Endcap full terisi Blind Box, tidak ada rak kosong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3054096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3182112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054096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 tiap rak sesuai planogram (16 box SMALL, 12 box LARGE)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803904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3931920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803904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Susunan sesuai mock display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4553712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681728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4681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553712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warna terbuka di display, Secret tidak dibuka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48640" y="5303520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5431536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5431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530352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 A4 sudah dicetak dan terpasang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Instruksi Display Blind Box Thermal</dc:title>
  <dc:subject>PptxGenJS Presentation</dc:subject>
  <dc:creator>PptxGenJS</dc:creator>
  <cp:lastModifiedBy>PptxGenJS</cp:lastModifiedBy>
  <cp:revision>1</cp:revision>
  <dcterms:created xsi:type="dcterms:W3CDTF">2026-10-08T09:02:10Z</dcterms:created>
  <dcterms:modified xsi:type="dcterms:W3CDTF">2026-10-08T09:02:10Z</dcterms:modified>
</cp:coreProperties>
</file>