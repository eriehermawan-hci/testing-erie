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maps/search/?api=1&amp;query=Pasar+Bambu+Kuning+Bandar+Lampung" TargetMode="External"/><Relationship Id="rId3" Type="http://schemas.openxmlformats.org/officeDocument/2006/relationships/hyperlink" Target="https://www.google.com/maps/search/?api=1&amp;query=Sate+Bandeng+Teluk+Betung+Bandar+Lampung" TargetMode="External"/><Relationship Id="rId4" Type="http://schemas.openxmlformats.org/officeDocument/2006/relationships/hyperlink" Target="https://www.google.com/maps/search/?api=1&amp;query=Pusat+Oleh+Oleh+Keripik+Pisang+Bandar+Lampung" TargetMode="External"/><Relationship Id="rId5" Type="http://schemas.openxmlformats.org/officeDocument/2006/relationships/hyperlink" Target="https://www.google.com/maps/search/?api=1&amp;query=Kopi+Robusta+Lampung+Bandar+Lampung" TargetMode="External"/><Relationship Id="rId6" Type="http://schemas.openxmlformats.org/officeDocument/2006/relationships/hyperlink" Target="https://www.google.com/maps/search/?api=1&amp;query=Rumah+Makan+Seruit+Bandar+Lampung" TargetMode="External"/><Relationship Id="rId7" Type="http://schemas.openxmlformats.org/officeDocument/2006/relationships/hyperlink" Target="https://www.google.com/maps/search/?api=1&amp;query=Kopi+Aceh+Pagar+Alam+Bandar+Lampung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maps/search/?api=1&amp;query=Mie+Celor+26+Ilir+H+Syafei+Palembang" TargetMode="External"/><Relationship Id="rId3" Type="http://schemas.openxmlformats.org/officeDocument/2006/relationships/hyperlink" Target="https://www.google.com/maps/search/?api=1&amp;query=Pempek+Candy+Palembang" TargetMode="External"/><Relationship Id="rId4" Type="http://schemas.openxmlformats.org/officeDocument/2006/relationships/hyperlink" Target="https://www.google.com/maps/search/?api=1&amp;query=Pempek+Vico+Palembang" TargetMode="External"/><Relationship Id="rId5" Type="http://schemas.openxmlformats.org/officeDocument/2006/relationships/hyperlink" Target="https://www.google.com/maps/search/?api=1&amp;query=Pempek+Pak+Raden+Palembang" TargetMode="External"/><Relationship Id="rId6" Type="http://schemas.openxmlformats.org/officeDocument/2006/relationships/hyperlink" Target="https://www.google.com/maps/search/?api=1&amp;query=Pempek+26+Ilir+Palemban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google.com/maps/search/?api=1&amp;query=Kampung+Kapitan+Palembang" TargetMode="External"/><Relationship Id="rId3" Type="http://schemas.openxmlformats.org/officeDocument/2006/relationships/hyperlink" Target="https://www.google.com/maps/search/?api=1&amp;query=Pindang+Pegagan+Pak+Raden+Palembang" TargetMode="External"/><Relationship Id="rId4" Type="http://schemas.openxmlformats.org/officeDocument/2006/relationships/hyperlink" Target="https://www.google.com/maps/search/?api=1&amp;query=Pindang+Musi+Rawas+Palembang" TargetMode="External"/><Relationship Id="rId5" Type="http://schemas.openxmlformats.org/officeDocument/2006/relationships/hyperlink" Target="https://www.google.com/maps/search/?api=1&amp;query=Martabak+HAR+Palemba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Rekomendasi Kuliner Lampung &amp; Palembang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07A1F"/>
                </a:solidFill>
              </a:rPr>
              <a:t>Nama tempat · Jam buka · Kota · Lokasi Google Maps (urut dari jam buka paling pagi)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CCCCC"/>
                </a:solidFill>
              </a:rPr>
              <a:t>Jam buka perkiraan; cek ulang di Google Maps sebelum berangkat.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Kuliner Lampung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64008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206240"/>
                <a:gridCol w="1737360"/>
                <a:gridCol w="18288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Nama tempat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Jam buka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Kota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Lokasi Google Maps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Pasar Bambu Kuning (seafood &amp; oleh-oleh)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06.00-21.00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Bandar Lampung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2"/>
                        </a:rPr>
                        <a:t>Buka di Maps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Sate Bandeng Teluk Betung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08.00-20.00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Bandar Lampung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3"/>
                        </a:rPr>
                        <a:t>Buka di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Pusat oleh-oleh keripik pisang &amp; kemplang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08.00-21.00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Bandar Lampung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4"/>
                        </a:rPr>
                        <a:t>Buka di Maps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Kopi Robusta Lampung (warkop/kafe)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08.00-23.00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Bandar Lampung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5"/>
                        </a:rPr>
                        <a:t>Buka di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RM Seruit / Gulai Taboh khas Lampung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10.00-21.00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Bandar Lampung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6"/>
                        </a:rPr>
                        <a:t>Buka di Maps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Kopi Aceh Jl. Pagar Alam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17.00-24.00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Bandar Lampung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7"/>
                        </a:rPr>
                        <a:t>Buka di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Kuliner Palembang 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64008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206240"/>
                <a:gridCol w="1737360"/>
                <a:gridCol w="1828800"/>
                <a:gridCol w="2743200"/>
              </a:tblGrid>
              <a:tr h="54863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Nama tempat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Jam buka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Kota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Lokasi Google Maps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Mie Celor 26 Ilir H. Syafei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07.00-17.00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Palembang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2"/>
                        </a:rPr>
                        <a:t>Buka di Maps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Pempek Candy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08.00-21.00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Palembang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3"/>
                        </a:rPr>
                        <a:t>Buka di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Pempek Vico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08.00-21.00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Palembang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4"/>
                        </a:rPr>
                        <a:t>Buka di Maps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Pempek Pak Raden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08.00-21.00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Palembang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5"/>
                        </a:rPr>
                        <a:t>Buka di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Pempek 26 Ilir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08.00-20.00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Palembang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6"/>
                        </a:rPr>
                        <a:t>Buka di Maps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A5F"/>
                </a:solidFill>
              </a:rPr>
              <a:t>Kuliner Palembang 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371600" cy="64008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206240"/>
                <a:gridCol w="1737360"/>
                <a:gridCol w="18288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Nama tempat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Jam buka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Kota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Lokasi Google Maps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Kampung Kapitan (kuliner &amp; wisata)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09.00-22.00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Palembang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2"/>
                        </a:rPr>
                        <a:t>Buka di Maps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Pindang Pegagan Pak Raden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10.00-21.00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Palembang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3"/>
                        </a:rPr>
                        <a:t>Buka di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Pindang Musi Rawas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10.00-21.00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Palembang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4"/>
                        </a:rPr>
                        <a:t>Buka di Maps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Martabak HAR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16.00-23.00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Palembang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u="sng">
                          <a:solidFill>
                            <a:srgbClr val="1A6BD6"/>
                          </a:solidFill>
                          <a:hlinkClick r:id="rId5"/>
                        </a:rPr>
                        <a:t>Buka di Maps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